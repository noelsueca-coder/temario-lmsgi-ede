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0" y="91440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6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1R ASIX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PRIMERA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8FAFC"/>
                </a:solidFill>
                <a:latin typeface="Cambria"/>
              </a:rPr>
              <a:t>Llenguatges de Marques i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8FAFC"/>
                </a:solidFill>
                <a:latin typeface="Cambria"/>
              </a:rPr>
              <a:t>Sistemes de Gestió d'Informació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Módulo 0373 · LMSGI · 100 horas · Curso 2026-2027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Noel Marco Biendicho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0373 · LMSGI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ASIX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¿Qué vamos a hacer este curso?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Introducción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0543032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8115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LMSGI trabaja los lenguajes que usan las páginas web y muchos sistemas para describir e intercambiar información: aprenderás a leer, escribir y validar XML y HTML, a darles estilo, a convertirlos entre formatos y a guardarlos y consultarlos con bases de datos. Es la base de cualquier sistema que necesite mostrar, compartir o automatizar información en 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2813303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100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2813303" cy="480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de carga lectiva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7823" y="4572000"/>
            <a:ext cx="2813303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7823" y="5212079"/>
            <a:ext cx="2813303" cy="480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resultados de aprendizaje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4047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8367" y="4572000"/>
            <a:ext cx="2813303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367" y="5212079"/>
            <a:ext cx="2813303" cy="480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unidades de programación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ASIX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Lo que sabrás hacer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Resultados de aprendizaje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Reconocerás las características de los lenguajes de marcas leyendo e interpretando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783080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60236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023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2606040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Usarás lenguajes de marcas para transmitir información en la Web: HTML, XHTML y hojas de estilo.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51376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74336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Generarás canales de contenidos con tecnologías de sindicación (feeds, JSON, YAML, Markdown).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4151376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0236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0236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4974336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Validarás documentos XML definiendo su sintaxis y estructura.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ASIX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Lo que sabrás hacer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Resultados de aprendizaje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3331464" cy="446227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2874264" cy="3502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Convertirás documentos XML entre formatos con XSLT y XPath.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8744" y="1783080"/>
            <a:ext cx="3331464" cy="446227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57344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7344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606040"/>
            <a:ext cx="2874264" cy="3502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Gestionarás información en XML con bases de datos y lenguajes de consulta.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7" y="1783080"/>
            <a:ext cx="3331464" cy="446227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63127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3127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7" y="2606040"/>
            <a:ext cx="2874264" cy="3502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Trabajarás con sistemas empresariales de gestión de información. (Este resultado se trabaja en la empresa, en la FCT.)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ASIX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Cómo se organiza 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Temporización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83080"/>
          <a:ext cx="10543032" cy="3685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Eval.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Unidad de programación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Horas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Introducción a los lenguajes de marcas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Utilización de lenguajes de marcas en la Web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Formularios avanzados y validación en HTML5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Hojas de estilo. Selectores. Pseudoclases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Hojas de estilo II: CSS avanzado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18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UP6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Manipulación de documentos web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Validación de documentos y otros lenguajes de marcas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UP8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Definición de esquemas y vocabularios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Conversión y adaptación de documentos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UP10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Almacenamiento de información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UP11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Sistemas de gestión empresarial (FCT)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822960" y="5669280"/>
            <a:ext cx="128016" cy="12801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5650992"/>
            <a:ext cx="10287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En ámbar: unidad que se trabaja en la empresa (FCT), no en el aula.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Total del curso: 100 horas repartidas en 3 evaluaciones.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ASIX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Cómo se evalúa este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Evaluación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134355" cy="12801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4585716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51176"/>
            <a:ext cx="4585716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Exámenes teórico-prácticos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(media si hay más de uno por evaluación)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34355" cy="12801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5955" y="1965960"/>
            <a:ext cx="4585716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5" y="2551176"/>
            <a:ext cx="4585716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Ejercicios y prácticas de entrega obligatoria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246120"/>
            <a:ext cx="82296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79"/>
            <a:ext cx="9994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ATENCIÓN A LA ASISTENCIA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Se pierde la evaluación continua con un 15% de faltas de asistencia. Además, hay que sacar mínimo un 45% en el examen y un 5 en cada práctica entregada.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9768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297680"/>
            <a:ext cx="82296" cy="914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9994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¿Y SI SUSPENDO UNA EVALUACIÓN?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Programa de recuperación individual: boletín de ejercicios teórico-prácticos más una prueba objetiva sobre los contenidos.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Nota final = media ponderada de las 3 evaluaciones, cada una con un 5 o más.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ASIX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Qué vamos a necesitar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Materiales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3331464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258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70632"/>
            <a:ext cx="2929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Navegadores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81528"/>
            <a:ext cx="29291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Chrome, Firefox o Edge para probar los documentos que crees.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8744" y="2057400"/>
            <a:ext cx="3331464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29911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9911" y="2258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911" y="2770632"/>
            <a:ext cx="2929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Visual Studio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911" y="3081528"/>
            <a:ext cx="29291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Nuestro editor de código durante todo el curso.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527" y="2057400"/>
            <a:ext cx="3331464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5695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5695" y="2258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695" y="2770632"/>
            <a:ext cx="2929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XmlCopy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5695" y="3081528"/>
            <a:ext cx="29291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Herramienta de validación y comparación de documentos XML.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0" y="91440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6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9875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FAFC"/>
                </a:solidFill>
                <a:latin typeface="Cambria"/>
              </a:rPr>
              <a:t>Al terminar, sabrás transformar información en documentos web fiables, validados y listos para intercambiarse entre sistemas.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7 resultados de aprendizaje · 100 horas · 1r ASIX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786384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76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PARA EMPEZAR BIEN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96512"/>
            <a:ext cx="731520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s-ES" sz="1200" b="0" i="0" dirty="0">
                <a:solidFill>
                  <a:srgbClr val="CBD5E1"/>
                </a:solidFill>
                <a:latin typeface="Calibri"/>
              </a:rPr>
              <a:t>V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con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ganas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lang="es-ES" sz="1200" b="0" i="0" dirty="0">
                <a:solidFill>
                  <a:srgbClr val="CBD5E1"/>
                </a:solidFill>
                <a:latin typeface="Calibri"/>
              </a:rPr>
              <a:t>aprender </a:t>
            </a:r>
            <a:r>
              <a:rPr lang="es-ES" sz="1200" b="0" i="0">
                <a:solidFill>
                  <a:srgbClr val="CBD5E1"/>
                </a:solidFill>
                <a:latin typeface="Calibri"/>
              </a:rPr>
              <a:t>y de </a:t>
            </a:r>
            <a:r>
              <a:rPr sz="1200" b="0" i="0">
                <a:solidFill>
                  <a:srgbClr val="CBD5E1"/>
                </a:solidFill>
                <a:latin typeface="Calibri"/>
              </a:rPr>
              <a:t>escribir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mucho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código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marcas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esto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se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aprende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sobre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todo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practicando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080760"/>
            <a:ext cx="10515600" cy="0"/>
          </a:xfrm>
          <a:prstGeom prst="line">
            <a:avLst/>
          </a:prstGeom>
          <a:ln w="127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Noel Marco Biendicho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0373 · LMSGI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657</Words>
  <Application>Microsoft Office PowerPoint</Application>
  <PresentationFormat>Personalitzat</PresentationFormat>
  <Paragraphs>135</Paragraphs>
  <Slides>8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BIENDICHO, NOEL</cp:lastModifiedBy>
  <cp:revision>3</cp:revision>
  <dcterms:created xsi:type="dcterms:W3CDTF">2013-01-27T09:14:16Z</dcterms:created>
  <dcterms:modified xsi:type="dcterms:W3CDTF">2026-09-14T19:31:21Z</dcterms:modified>
  <cp:category/>
</cp:coreProperties>
</file>